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DB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3785633" y="678806"/>
            <a:ext cx="4524396" cy="4531370"/>
            <a:chOff x="2993183" y="811319"/>
            <a:chExt cx="3157634" cy="3162502"/>
          </a:xfrm>
        </p:grpSpPr>
        <p:sp>
          <p:nvSpPr>
            <p:cNvPr id="12" name="矩形 11"/>
            <p:cNvSpPr/>
            <p:nvPr/>
          </p:nvSpPr>
          <p:spPr>
            <a:xfrm>
              <a:off x="4520918" y="811319"/>
              <a:ext cx="97018" cy="361618"/>
            </a:xfrm>
            <a:prstGeom prst="rect">
              <a:avLst/>
            </a:prstGeom>
            <a:solidFill>
              <a:srgbClr val="1187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13" name="矩形 12"/>
            <p:cNvSpPr/>
            <p:nvPr/>
          </p:nvSpPr>
          <p:spPr>
            <a:xfrm rot="353362">
              <a:off x="4661277" y="815343"/>
              <a:ext cx="97018" cy="361618"/>
            </a:xfrm>
            <a:prstGeom prst="rect">
              <a:avLst/>
            </a:prstGeom>
            <a:solidFill>
              <a:srgbClr val="E65B4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14" name="矩形 13"/>
            <p:cNvSpPr/>
            <p:nvPr/>
          </p:nvSpPr>
          <p:spPr>
            <a:xfrm rot="854280">
              <a:off x="4840447" y="846593"/>
              <a:ext cx="97018" cy="361618"/>
            </a:xfrm>
            <a:prstGeom prst="rect">
              <a:avLst/>
            </a:prstGeom>
            <a:solidFill>
              <a:srgbClr val="1187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15" name="矩形 14"/>
            <p:cNvSpPr/>
            <p:nvPr/>
          </p:nvSpPr>
          <p:spPr>
            <a:xfrm rot="1207642">
              <a:off x="4975504" y="885015"/>
              <a:ext cx="97018" cy="361618"/>
            </a:xfrm>
            <a:prstGeom prst="rect">
              <a:avLst/>
            </a:prstGeom>
            <a:solidFill>
              <a:srgbClr val="1187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16" name="矩形 15"/>
            <p:cNvSpPr/>
            <p:nvPr/>
          </p:nvSpPr>
          <p:spPr>
            <a:xfrm rot="1689293">
              <a:off x="5159752" y="955416"/>
              <a:ext cx="97018" cy="361618"/>
            </a:xfrm>
            <a:prstGeom prst="rect">
              <a:avLst/>
            </a:prstGeom>
            <a:solidFill>
              <a:srgbClr val="1187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17" name="矩形 16"/>
            <p:cNvSpPr/>
            <p:nvPr/>
          </p:nvSpPr>
          <p:spPr>
            <a:xfrm rot="1976499">
              <a:off x="5277889" y="1031314"/>
              <a:ext cx="97018" cy="361618"/>
            </a:xfrm>
            <a:prstGeom prst="rect">
              <a:avLst/>
            </a:prstGeom>
            <a:solidFill>
              <a:srgbClr val="1187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18" name="矩形 17"/>
            <p:cNvSpPr/>
            <p:nvPr/>
          </p:nvSpPr>
          <p:spPr>
            <a:xfrm rot="2151988">
              <a:off x="5387794" y="1107173"/>
              <a:ext cx="97018" cy="361618"/>
            </a:xfrm>
            <a:prstGeom prst="rect">
              <a:avLst/>
            </a:prstGeom>
            <a:solidFill>
              <a:srgbClr val="E65B4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19" name="矩形 18"/>
            <p:cNvSpPr/>
            <p:nvPr/>
          </p:nvSpPr>
          <p:spPr>
            <a:xfrm rot="2439194">
              <a:off x="5494679" y="1198237"/>
              <a:ext cx="97018" cy="361618"/>
            </a:xfrm>
            <a:prstGeom prst="rect">
              <a:avLst/>
            </a:prstGeom>
            <a:solidFill>
              <a:srgbClr val="1187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20" name="矩形 19"/>
            <p:cNvSpPr/>
            <p:nvPr/>
          </p:nvSpPr>
          <p:spPr>
            <a:xfrm rot="2998031">
              <a:off x="5598275" y="1309834"/>
              <a:ext cx="97018" cy="361618"/>
            </a:xfrm>
            <a:prstGeom prst="rect">
              <a:avLst/>
            </a:prstGeom>
            <a:solidFill>
              <a:srgbClr val="1187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21" name="矩形 20"/>
            <p:cNvSpPr/>
            <p:nvPr/>
          </p:nvSpPr>
          <p:spPr>
            <a:xfrm rot="3285237">
              <a:off x="5679752" y="1424194"/>
              <a:ext cx="97018" cy="361618"/>
            </a:xfrm>
            <a:prstGeom prst="rect">
              <a:avLst/>
            </a:prstGeom>
            <a:solidFill>
              <a:srgbClr val="E65B4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22" name="矩形 21"/>
            <p:cNvSpPr/>
            <p:nvPr/>
          </p:nvSpPr>
          <p:spPr>
            <a:xfrm rot="3643549">
              <a:off x="5766777" y="1571322"/>
              <a:ext cx="97018" cy="361618"/>
            </a:xfrm>
            <a:prstGeom prst="rect">
              <a:avLst/>
            </a:prstGeom>
            <a:solidFill>
              <a:srgbClr val="1187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23" name="矩形 22"/>
            <p:cNvSpPr/>
            <p:nvPr/>
          </p:nvSpPr>
          <p:spPr>
            <a:xfrm rot="3930755">
              <a:off x="5825474" y="1698882"/>
              <a:ext cx="97018" cy="361618"/>
            </a:xfrm>
            <a:prstGeom prst="rect">
              <a:avLst/>
            </a:prstGeom>
            <a:solidFill>
              <a:srgbClr val="1187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24" name="矩形 23"/>
            <p:cNvSpPr/>
            <p:nvPr/>
          </p:nvSpPr>
          <p:spPr>
            <a:xfrm rot="4605071">
              <a:off x="5878674" y="1861940"/>
              <a:ext cx="97018" cy="361618"/>
            </a:xfrm>
            <a:prstGeom prst="rect">
              <a:avLst/>
            </a:prstGeom>
            <a:solidFill>
              <a:srgbClr val="1187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25" name="矩形 24"/>
            <p:cNvSpPr/>
            <p:nvPr/>
          </p:nvSpPr>
          <p:spPr>
            <a:xfrm rot="4958433">
              <a:off x="5906925" y="1999486"/>
              <a:ext cx="97018" cy="361618"/>
            </a:xfrm>
            <a:prstGeom prst="rect">
              <a:avLst/>
            </a:prstGeom>
            <a:solidFill>
              <a:srgbClr val="E65B4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26" name="矩形 25"/>
            <p:cNvSpPr/>
            <p:nvPr/>
          </p:nvSpPr>
          <p:spPr>
            <a:xfrm rot="21114211" flipH="1">
              <a:off x="4332651" y="824657"/>
              <a:ext cx="97018" cy="361618"/>
            </a:xfrm>
            <a:prstGeom prst="rect">
              <a:avLst/>
            </a:prstGeom>
            <a:solidFill>
              <a:srgbClr val="1187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27" name="矩形 26"/>
            <p:cNvSpPr/>
            <p:nvPr/>
          </p:nvSpPr>
          <p:spPr>
            <a:xfrm rot="20760849" flipH="1">
              <a:off x="4194258" y="848409"/>
              <a:ext cx="97018" cy="361618"/>
            </a:xfrm>
            <a:prstGeom prst="rect">
              <a:avLst/>
            </a:prstGeom>
            <a:solidFill>
              <a:srgbClr val="1187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28" name="矩形 27"/>
            <p:cNvSpPr/>
            <p:nvPr/>
          </p:nvSpPr>
          <p:spPr>
            <a:xfrm rot="20259931" flipH="1">
              <a:off x="4021276" y="907987"/>
              <a:ext cx="97018" cy="361618"/>
            </a:xfrm>
            <a:prstGeom prst="rect">
              <a:avLst/>
            </a:prstGeom>
            <a:solidFill>
              <a:srgbClr val="E65B4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29" name="矩形 28"/>
            <p:cNvSpPr/>
            <p:nvPr/>
          </p:nvSpPr>
          <p:spPr>
            <a:xfrm rot="19906569" flipH="1">
              <a:off x="3892975" y="965047"/>
              <a:ext cx="97018" cy="361618"/>
            </a:xfrm>
            <a:prstGeom prst="rect">
              <a:avLst/>
            </a:prstGeom>
            <a:solidFill>
              <a:srgbClr val="1187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30" name="矩形 29"/>
            <p:cNvSpPr/>
            <p:nvPr/>
          </p:nvSpPr>
          <p:spPr>
            <a:xfrm rot="19424918" flipH="1">
              <a:off x="3734099" y="1057291"/>
              <a:ext cx="97018" cy="361618"/>
            </a:xfrm>
            <a:prstGeom prst="rect">
              <a:avLst/>
            </a:prstGeom>
            <a:solidFill>
              <a:srgbClr val="1187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31" name="矩形 30"/>
            <p:cNvSpPr/>
            <p:nvPr/>
          </p:nvSpPr>
          <p:spPr>
            <a:xfrm rot="19137712" flipH="1">
              <a:off x="3627830" y="1149071"/>
              <a:ext cx="97018" cy="361618"/>
            </a:xfrm>
            <a:prstGeom prst="rect">
              <a:avLst/>
            </a:prstGeom>
            <a:solidFill>
              <a:srgbClr val="E65B4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32" name="矩形 31"/>
            <p:cNvSpPr/>
            <p:nvPr/>
          </p:nvSpPr>
          <p:spPr>
            <a:xfrm rot="18962223" flipH="1">
              <a:off x="3522893" y="1239653"/>
              <a:ext cx="97018" cy="361618"/>
            </a:xfrm>
            <a:prstGeom prst="rect">
              <a:avLst/>
            </a:prstGeom>
            <a:solidFill>
              <a:srgbClr val="1187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33" name="矩形 32"/>
            <p:cNvSpPr/>
            <p:nvPr/>
          </p:nvSpPr>
          <p:spPr>
            <a:xfrm rot="18675017" flipH="1">
              <a:off x="3429900" y="1344863"/>
              <a:ext cx="97018" cy="361618"/>
            </a:xfrm>
            <a:prstGeom prst="rect">
              <a:avLst/>
            </a:prstGeom>
            <a:solidFill>
              <a:srgbClr val="1187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34" name="矩形 33"/>
            <p:cNvSpPr/>
            <p:nvPr/>
          </p:nvSpPr>
          <p:spPr>
            <a:xfrm rot="18116180" flipH="1">
              <a:off x="3339649" y="1463128"/>
              <a:ext cx="97018" cy="361618"/>
            </a:xfrm>
            <a:prstGeom prst="rect">
              <a:avLst/>
            </a:prstGeom>
            <a:solidFill>
              <a:srgbClr val="1187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35" name="矩形 34"/>
            <p:cNvSpPr/>
            <p:nvPr/>
          </p:nvSpPr>
          <p:spPr>
            <a:xfrm rot="17828974" flipH="1">
              <a:off x="3275090" y="1587824"/>
              <a:ext cx="97018" cy="361618"/>
            </a:xfrm>
            <a:prstGeom prst="rect">
              <a:avLst/>
            </a:prstGeom>
            <a:solidFill>
              <a:srgbClr val="E65B4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36" name="矩形 35"/>
            <p:cNvSpPr/>
            <p:nvPr/>
          </p:nvSpPr>
          <p:spPr>
            <a:xfrm rot="17470662" flipH="1">
              <a:off x="3216250" y="1720742"/>
              <a:ext cx="97018" cy="361618"/>
            </a:xfrm>
            <a:prstGeom prst="rect">
              <a:avLst/>
            </a:prstGeom>
            <a:solidFill>
              <a:srgbClr val="1187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37" name="矩形 36"/>
            <p:cNvSpPr/>
            <p:nvPr/>
          </p:nvSpPr>
          <p:spPr>
            <a:xfrm rot="17183456" flipH="1">
              <a:off x="3176103" y="1855296"/>
              <a:ext cx="97018" cy="361618"/>
            </a:xfrm>
            <a:prstGeom prst="rect">
              <a:avLst/>
            </a:prstGeom>
            <a:solidFill>
              <a:srgbClr val="1187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38" name="矩形 37"/>
            <p:cNvSpPr/>
            <p:nvPr/>
          </p:nvSpPr>
          <p:spPr>
            <a:xfrm rot="16509140" flipH="1">
              <a:off x="3146398" y="1989222"/>
              <a:ext cx="97018" cy="361618"/>
            </a:xfrm>
            <a:prstGeom prst="rect">
              <a:avLst/>
            </a:prstGeom>
            <a:solidFill>
              <a:srgbClr val="1187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39" name="矩形 38"/>
            <p:cNvSpPr/>
            <p:nvPr/>
          </p:nvSpPr>
          <p:spPr>
            <a:xfrm rot="16155778" flipH="1">
              <a:off x="3137801" y="2129376"/>
              <a:ext cx="97018" cy="361618"/>
            </a:xfrm>
            <a:prstGeom prst="rect">
              <a:avLst/>
            </a:prstGeom>
            <a:solidFill>
              <a:srgbClr val="1187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40" name="矩形 39"/>
            <p:cNvSpPr/>
            <p:nvPr/>
          </p:nvSpPr>
          <p:spPr>
            <a:xfrm rot="20965998" flipV="1">
              <a:off x="4776882" y="3588760"/>
              <a:ext cx="97018" cy="361618"/>
            </a:xfrm>
            <a:prstGeom prst="rect">
              <a:avLst/>
            </a:prstGeom>
            <a:solidFill>
              <a:srgbClr val="1187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41" name="矩形 40"/>
            <p:cNvSpPr/>
            <p:nvPr/>
          </p:nvSpPr>
          <p:spPr>
            <a:xfrm rot="20612636" flipV="1">
              <a:off x="4914123" y="3559066"/>
              <a:ext cx="97018" cy="361618"/>
            </a:xfrm>
            <a:prstGeom prst="rect">
              <a:avLst/>
            </a:prstGeom>
            <a:solidFill>
              <a:srgbClr val="E65B4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42" name="矩形 41"/>
            <p:cNvSpPr/>
            <p:nvPr/>
          </p:nvSpPr>
          <p:spPr>
            <a:xfrm rot="20111718" flipV="1">
              <a:off x="5084524" y="3495490"/>
              <a:ext cx="97018" cy="361618"/>
            </a:xfrm>
            <a:prstGeom prst="rect">
              <a:avLst/>
            </a:prstGeom>
            <a:solidFill>
              <a:srgbClr val="E65B4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43" name="矩形 42"/>
            <p:cNvSpPr/>
            <p:nvPr/>
          </p:nvSpPr>
          <p:spPr>
            <a:xfrm rot="19758356" flipV="1">
              <a:off x="5210245" y="3432952"/>
              <a:ext cx="97018" cy="361618"/>
            </a:xfrm>
            <a:prstGeom prst="rect">
              <a:avLst/>
            </a:prstGeom>
            <a:solidFill>
              <a:srgbClr val="1187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44" name="矩形 43"/>
            <p:cNvSpPr/>
            <p:nvPr/>
          </p:nvSpPr>
          <p:spPr>
            <a:xfrm rot="19276705" flipV="1">
              <a:off x="5378459" y="3329957"/>
              <a:ext cx="97018" cy="361618"/>
            </a:xfrm>
            <a:prstGeom prst="rect">
              <a:avLst/>
            </a:prstGeom>
            <a:solidFill>
              <a:srgbClr val="1187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45" name="矩形 44"/>
            <p:cNvSpPr/>
            <p:nvPr/>
          </p:nvSpPr>
          <p:spPr>
            <a:xfrm rot="18989499" flipV="1">
              <a:off x="5480674" y="3233683"/>
              <a:ext cx="97018" cy="361618"/>
            </a:xfrm>
            <a:prstGeom prst="rect">
              <a:avLst/>
            </a:prstGeom>
            <a:solidFill>
              <a:srgbClr val="1187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46" name="矩形 45"/>
            <p:cNvSpPr/>
            <p:nvPr/>
          </p:nvSpPr>
          <p:spPr>
            <a:xfrm rot="18814010" flipV="1">
              <a:off x="5574804" y="3138956"/>
              <a:ext cx="97018" cy="361618"/>
            </a:xfrm>
            <a:prstGeom prst="rect">
              <a:avLst/>
            </a:prstGeom>
            <a:solidFill>
              <a:srgbClr val="1187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47" name="矩形 46"/>
            <p:cNvSpPr/>
            <p:nvPr/>
          </p:nvSpPr>
          <p:spPr>
            <a:xfrm rot="18526804" flipV="1">
              <a:off x="5663177" y="3029836"/>
              <a:ext cx="97018" cy="361618"/>
            </a:xfrm>
            <a:prstGeom prst="rect">
              <a:avLst/>
            </a:prstGeom>
            <a:solidFill>
              <a:srgbClr val="E65B4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48" name="矩形 47"/>
            <p:cNvSpPr/>
            <p:nvPr/>
          </p:nvSpPr>
          <p:spPr>
            <a:xfrm rot="17967967" flipV="1">
              <a:off x="5744551" y="2901134"/>
              <a:ext cx="97018" cy="361618"/>
            </a:xfrm>
            <a:prstGeom prst="rect">
              <a:avLst/>
            </a:prstGeom>
            <a:solidFill>
              <a:srgbClr val="1187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49" name="矩形 48"/>
            <p:cNvSpPr/>
            <p:nvPr/>
          </p:nvSpPr>
          <p:spPr>
            <a:xfrm rot="17680761" flipV="1">
              <a:off x="5803676" y="2773772"/>
              <a:ext cx="97018" cy="361618"/>
            </a:xfrm>
            <a:prstGeom prst="rect">
              <a:avLst/>
            </a:prstGeom>
            <a:solidFill>
              <a:srgbClr val="1187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50" name="矩形 49"/>
            <p:cNvSpPr/>
            <p:nvPr/>
          </p:nvSpPr>
          <p:spPr>
            <a:xfrm rot="17322449" flipV="1">
              <a:off x="5862244" y="2613180"/>
              <a:ext cx="97018" cy="361618"/>
            </a:xfrm>
            <a:prstGeom prst="rect">
              <a:avLst/>
            </a:prstGeom>
            <a:solidFill>
              <a:srgbClr val="1187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51" name="矩形 50"/>
            <p:cNvSpPr/>
            <p:nvPr/>
          </p:nvSpPr>
          <p:spPr>
            <a:xfrm rot="17035243" flipV="1">
              <a:off x="5896555" y="2477020"/>
              <a:ext cx="97018" cy="361618"/>
            </a:xfrm>
            <a:prstGeom prst="rect">
              <a:avLst/>
            </a:prstGeom>
            <a:solidFill>
              <a:srgbClr val="1187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52" name="矩形 51"/>
            <p:cNvSpPr/>
            <p:nvPr/>
          </p:nvSpPr>
          <p:spPr>
            <a:xfrm rot="16360927" flipV="1">
              <a:off x="5918950" y="2306970"/>
              <a:ext cx="97018" cy="361618"/>
            </a:xfrm>
            <a:prstGeom prst="rect">
              <a:avLst/>
            </a:prstGeom>
            <a:solidFill>
              <a:srgbClr val="1187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53" name="矩形 52"/>
            <p:cNvSpPr/>
            <p:nvPr/>
          </p:nvSpPr>
          <p:spPr>
            <a:xfrm rot="16007565" flipV="1">
              <a:off x="5921499" y="2166576"/>
              <a:ext cx="97018" cy="361618"/>
            </a:xfrm>
            <a:prstGeom prst="rect">
              <a:avLst/>
            </a:prstGeom>
            <a:solidFill>
              <a:srgbClr val="1187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54" name="矩形 53"/>
            <p:cNvSpPr/>
            <p:nvPr/>
          </p:nvSpPr>
          <p:spPr>
            <a:xfrm rot="21451787" flipH="1" flipV="1">
              <a:off x="4589363" y="3610173"/>
              <a:ext cx="97018" cy="361618"/>
            </a:xfrm>
            <a:prstGeom prst="rect">
              <a:avLst/>
            </a:prstGeom>
            <a:solidFill>
              <a:srgbClr val="1187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55" name="矩形 54"/>
            <p:cNvSpPr/>
            <p:nvPr/>
          </p:nvSpPr>
          <p:spPr>
            <a:xfrm rot="205149" flipH="1" flipV="1">
              <a:off x="4448960" y="3612203"/>
              <a:ext cx="97018" cy="361618"/>
            </a:xfrm>
            <a:prstGeom prst="rect">
              <a:avLst/>
            </a:prstGeom>
            <a:solidFill>
              <a:srgbClr val="1187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56" name="矩形 55"/>
            <p:cNvSpPr/>
            <p:nvPr/>
          </p:nvSpPr>
          <p:spPr>
            <a:xfrm rot="706067" flipH="1" flipV="1">
              <a:off x="4267986" y="3585357"/>
              <a:ext cx="97018" cy="361618"/>
            </a:xfrm>
            <a:prstGeom prst="rect">
              <a:avLst/>
            </a:prstGeom>
            <a:solidFill>
              <a:srgbClr val="1187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57" name="矩形 56"/>
            <p:cNvSpPr/>
            <p:nvPr/>
          </p:nvSpPr>
          <p:spPr>
            <a:xfrm rot="1059429" flipH="1" flipV="1">
              <a:off x="4131397" y="3552791"/>
              <a:ext cx="97018" cy="361618"/>
            </a:xfrm>
            <a:prstGeom prst="rect">
              <a:avLst/>
            </a:prstGeom>
            <a:solidFill>
              <a:srgbClr val="1187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58" name="矩形 57"/>
            <p:cNvSpPr/>
            <p:nvPr/>
          </p:nvSpPr>
          <p:spPr>
            <a:xfrm rot="1541080" flipH="1" flipV="1">
              <a:off x="3958300" y="3491247"/>
              <a:ext cx="97018" cy="361618"/>
            </a:xfrm>
            <a:prstGeom prst="rect">
              <a:avLst/>
            </a:prstGeom>
            <a:solidFill>
              <a:srgbClr val="1187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59" name="矩形 58"/>
            <p:cNvSpPr/>
            <p:nvPr/>
          </p:nvSpPr>
          <p:spPr>
            <a:xfrm rot="1828286" flipH="1" flipV="1">
              <a:off x="3837001" y="3420511"/>
              <a:ext cx="97018" cy="361618"/>
            </a:xfrm>
            <a:prstGeom prst="rect">
              <a:avLst/>
            </a:prstGeom>
            <a:solidFill>
              <a:srgbClr val="E65B4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60" name="矩形 59"/>
            <p:cNvSpPr/>
            <p:nvPr/>
          </p:nvSpPr>
          <p:spPr>
            <a:xfrm rot="2003775" flipH="1" flipV="1">
              <a:off x="3717234" y="3350708"/>
              <a:ext cx="97018" cy="361618"/>
            </a:xfrm>
            <a:prstGeom prst="rect">
              <a:avLst/>
            </a:prstGeom>
            <a:solidFill>
              <a:srgbClr val="1187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61" name="矩形 60"/>
            <p:cNvSpPr/>
            <p:nvPr/>
          </p:nvSpPr>
          <p:spPr>
            <a:xfrm rot="2290981" flipH="1" flipV="1">
              <a:off x="3606525" y="3264336"/>
              <a:ext cx="97018" cy="361618"/>
            </a:xfrm>
            <a:prstGeom prst="rect">
              <a:avLst/>
            </a:prstGeom>
            <a:solidFill>
              <a:srgbClr val="1187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62" name="矩形 61"/>
            <p:cNvSpPr/>
            <p:nvPr/>
          </p:nvSpPr>
          <p:spPr>
            <a:xfrm rot="2849818" flipH="1" flipV="1">
              <a:off x="3496116" y="3164626"/>
              <a:ext cx="97018" cy="361618"/>
            </a:xfrm>
            <a:prstGeom prst="rect">
              <a:avLst/>
            </a:prstGeom>
            <a:solidFill>
              <a:srgbClr val="1187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63" name="矩形 62"/>
            <p:cNvSpPr/>
            <p:nvPr/>
          </p:nvSpPr>
          <p:spPr>
            <a:xfrm rot="3137024" flipH="1" flipV="1">
              <a:off x="3409785" y="3053884"/>
              <a:ext cx="97018" cy="361618"/>
            </a:xfrm>
            <a:prstGeom prst="rect">
              <a:avLst/>
            </a:prstGeom>
            <a:solidFill>
              <a:srgbClr val="E65B4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64" name="矩形 63"/>
            <p:cNvSpPr/>
            <p:nvPr/>
          </p:nvSpPr>
          <p:spPr>
            <a:xfrm rot="3495336" flipH="1" flipV="1">
              <a:off x="3313154" y="2911267"/>
              <a:ext cx="97018" cy="361618"/>
            </a:xfrm>
            <a:prstGeom prst="rect">
              <a:avLst/>
            </a:prstGeom>
            <a:solidFill>
              <a:srgbClr val="1187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65" name="矩形 64"/>
            <p:cNvSpPr/>
            <p:nvPr/>
          </p:nvSpPr>
          <p:spPr>
            <a:xfrm rot="3782542" flipH="1" flipV="1">
              <a:off x="3249013" y="2786357"/>
              <a:ext cx="97018" cy="361618"/>
            </a:xfrm>
            <a:prstGeom prst="rect">
              <a:avLst/>
            </a:prstGeom>
            <a:solidFill>
              <a:srgbClr val="1187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66" name="矩形 65"/>
            <p:cNvSpPr/>
            <p:nvPr/>
          </p:nvSpPr>
          <p:spPr>
            <a:xfrm rot="4456858" flipH="1" flipV="1">
              <a:off x="3203834" y="2650743"/>
              <a:ext cx="97018" cy="361618"/>
            </a:xfrm>
            <a:prstGeom prst="rect">
              <a:avLst/>
            </a:prstGeom>
            <a:solidFill>
              <a:srgbClr val="1187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67" name="矩形 66"/>
            <p:cNvSpPr/>
            <p:nvPr/>
          </p:nvSpPr>
          <p:spPr>
            <a:xfrm rot="4810220" flipH="1" flipV="1">
              <a:off x="3169681" y="2514543"/>
              <a:ext cx="97018" cy="361618"/>
            </a:xfrm>
            <a:prstGeom prst="rect">
              <a:avLst/>
            </a:prstGeom>
            <a:solidFill>
              <a:srgbClr val="1187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68" name="矩形 67"/>
            <p:cNvSpPr/>
            <p:nvPr/>
          </p:nvSpPr>
          <p:spPr>
            <a:xfrm rot="4827269" flipH="1" flipV="1">
              <a:off x="3144790" y="2393595"/>
              <a:ext cx="97018" cy="361618"/>
            </a:xfrm>
            <a:prstGeom prst="rect">
              <a:avLst/>
            </a:prstGeom>
            <a:solidFill>
              <a:srgbClr val="E65B4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70" name="矩形 69"/>
            <p:cNvSpPr/>
            <p:nvPr/>
          </p:nvSpPr>
          <p:spPr>
            <a:xfrm rot="5180631" flipH="1" flipV="1">
              <a:off x="3125483" y="2254513"/>
              <a:ext cx="97018" cy="361618"/>
            </a:xfrm>
            <a:prstGeom prst="rect">
              <a:avLst/>
            </a:prstGeom>
            <a:solidFill>
              <a:srgbClr val="1187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</p:grp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3030D80-C6FC-4357-B253-36C64D0FEA2E}" type="datetimeFigureOut">
              <a:rPr lang="zh-CN" altLang="en-US" smtClean="0"/>
              <a:t>2018/7/19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EAC78F5-CC1D-49DC-A880-AA6B6FD9491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2781299" y="5497971"/>
            <a:ext cx="6627563" cy="591299"/>
          </a:xfrm>
          <a:noFill/>
        </p:spPr>
        <p:txBody>
          <a:bodyPr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  <a:effectLst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 smtClean="0"/>
              <a:t>单击此处添加您的副标题</a:t>
            </a:r>
          </a:p>
        </p:txBody>
      </p:sp>
      <p:sp>
        <p:nvSpPr>
          <p:cNvPr id="7" name="KSO_CT1"/>
          <p:cNvSpPr>
            <a:spLocks noGrp="1"/>
          </p:cNvSpPr>
          <p:nvPr>
            <p:ph type="title" hasCustomPrompt="1"/>
          </p:nvPr>
        </p:nvSpPr>
        <p:spPr>
          <a:xfrm>
            <a:off x="4466592" y="1829712"/>
            <a:ext cx="3268625" cy="2463416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3600" b="1" kern="1000" baseline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zh-CN" altLang="en-US" dirty="0" smtClean="0"/>
              <a:t>单击此处添加您的标题文字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9389337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4967">
          <p15:clr>
            <a:srgbClr val="FBAE40"/>
          </p15:clr>
        </p15:guide>
        <p15:guide id="0" orient="horz" pos="2160">
          <p15:clr>
            <a:srgbClr val="FBAE40"/>
          </p15:clr>
        </p15:guide>
        <p15:guide id="2" pos="662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685801" y="277419"/>
            <a:ext cx="11005260" cy="796011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>
                <a:solidFill>
                  <a:schemeClr val="accent2">
                    <a:lumMod val="75000"/>
                  </a:schemeClr>
                </a:solidFill>
              </a:defRPr>
            </a:lvl1pPr>
            <a:lvl2pPr>
              <a:defRPr sz="1800"/>
            </a:lvl2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30D80-C6FC-4357-B253-36C64D0FEA2E}" type="datetimeFigureOut">
              <a:rPr lang="zh-CN" altLang="en-US" smtClean="0"/>
              <a:t>2018/7/19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C78F5-CC1D-49DC-A880-AA6B6FD949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78696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098676" y="2108202"/>
            <a:ext cx="7994651" cy="1235075"/>
          </a:xfrm>
        </p:spPr>
        <p:txBody>
          <a:bodyPr anchor="b">
            <a:normAutofit/>
          </a:bodyPr>
          <a:lstStyle>
            <a:lvl1pPr algn="ctr">
              <a:defRPr sz="270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 smtClean="0"/>
              <a:t>此处添加您的标题</a:t>
            </a:r>
            <a:endParaRPr lang="en-US" dirty="0"/>
          </a:p>
        </p:txBody>
      </p:sp>
      <p:sp>
        <p:nvSpPr>
          <p:cNvPr id="3" name="KSO_ST2"/>
          <p:cNvSpPr>
            <a:spLocks noGrp="1"/>
          </p:cNvSpPr>
          <p:nvPr>
            <p:ph type="body" idx="1" hasCustomPrompt="1"/>
          </p:nvPr>
        </p:nvSpPr>
        <p:spPr>
          <a:xfrm>
            <a:off x="4050894" y="3400425"/>
            <a:ext cx="4090217" cy="357478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 smtClean="0"/>
              <a:t>单击此处添加您的副标题</a:t>
            </a:r>
            <a:endParaRPr lang="en-US" altLang="zh-CN" dirty="0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30D80-C6FC-4357-B253-36C64D0FEA2E}" type="datetimeFigureOut">
              <a:rPr lang="zh-CN" altLang="en-US" smtClean="0"/>
              <a:t>2018/7/19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C78F5-CC1D-49DC-A880-AA6B6FD949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6821303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399823" y="1244603"/>
            <a:ext cx="5080000" cy="493236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6519334" y="1244603"/>
            <a:ext cx="5094116" cy="493236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30D80-C6FC-4357-B253-36C64D0FEA2E}" type="datetimeFigureOut">
              <a:rPr lang="zh-CN" altLang="en-US" smtClean="0"/>
              <a:t>2018/7/19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C78F5-CC1D-49DC-A880-AA6B6FD949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5945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2302932" y="118532"/>
            <a:ext cx="9312101" cy="71702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9436" y="1376362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35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1099436" y="2200274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31847" y="1376362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35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6431847" y="2200274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  <p:sp>
        <p:nvSpPr>
          <p:cNvPr id="7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30D80-C6FC-4357-B253-36C64D0FEA2E}" type="datetimeFigureOut">
              <a:rPr lang="zh-CN" altLang="en-US" smtClean="0"/>
              <a:t>2018/7/19</a:t>
            </a:fld>
            <a:endParaRPr lang="zh-CN" altLang="en-US"/>
          </a:p>
        </p:txBody>
      </p:sp>
      <p:sp>
        <p:nvSpPr>
          <p:cNvPr id="8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C78F5-CC1D-49DC-A880-AA6B6FD949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5918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30D80-C6FC-4357-B253-36C64D0FEA2E}" type="datetimeFigureOut">
              <a:rPr lang="zh-CN" altLang="en-US" smtClean="0"/>
              <a:t>2018/7/19</a:t>
            </a:fld>
            <a:endParaRPr lang="zh-CN" altLang="en-US"/>
          </a:p>
        </p:txBody>
      </p:sp>
      <p:sp>
        <p:nvSpPr>
          <p:cNvPr id="4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C78F5-CC1D-49DC-A880-AA6B6FD949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30667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30D80-C6FC-4357-B253-36C64D0FEA2E}" type="datetimeFigureOut">
              <a:rPr lang="zh-CN" altLang="en-US" smtClean="0"/>
              <a:t>2018/7/19</a:t>
            </a:fld>
            <a:endParaRPr lang="zh-CN" altLang="en-US"/>
          </a:p>
        </p:txBody>
      </p:sp>
      <p:sp>
        <p:nvSpPr>
          <p:cNvPr id="3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C78F5-CC1D-49DC-A880-AA6B6FD949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10747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44591" y="533402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5487989" y="1063631"/>
            <a:ext cx="6172200" cy="4873625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1144591" y="21336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30D80-C6FC-4357-B253-36C64D0FEA2E}" type="datetimeFigureOut">
              <a:rPr lang="zh-CN" altLang="en-US" smtClean="0"/>
              <a:t>2018/7/19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C78F5-CC1D-49DC-A880-AA6B6FD949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119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246192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 noChangeAspect="1"/>
          </p:cNvSpPr>
          <p:nvPr>
            <p:ph type="pic" idx="1"/>
          </p:nvPr>
        </p:nvSpPr>
        <p:spPr>
          <a:xfrm>
            <a:off x="5442833" y="987429"/>
            <a:ext cx="617220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1246192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30D80-C6FC-4357-B253-36C64D0FEA2E}" type="datetimeFigureOut">
              <a:rPr lang="zh-CN" altLang="en-US" smtClean="0"/>
              <a:t>2018/7/19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C78F5-CC1D-49DC-A880-AA6B6FD949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0265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30D80-C6FC-4357-B253-36C64D0FEA2E}" type="datetimeFigureOut">
              <a:rPr lang="zh-CN" altLang="en-US" smtClean="0"/>
              <a:t>2018/7/19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C78F5-CC1D-49DC-A880-AA6B6FD949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679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10171291" y="365125"/>
            <a:ext cx="1182511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2113843" y="365125"/>
            <a:ext cx="7933269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30D80-C6FC-4357-B253-36C64D0FEA2E}" type="datetimeFigureOut">
              <a:rPr lang="zh-CN" altLang="en-US" smtClean="0"/>
              <a:t>2018/7/19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C78F5-CC1D-49DC-A880-AA6B6FD949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8691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DB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KSO_FD"/>
          <p:cNvSpPr>
            <a:spLocks noGrp="1"/>
          </p:cNvSpPr>
          <p:nvPr>
            <p:ph type="dt" sz="half" idx="2"/>
          </p:nvPr>
        </p:nvSpPr>
        <p:spPr>
          <a:xfrm>
            <a:off x="838200" y="64198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73030D80-C6FC-4357-B253-36C64D0FEA2E}" type="datetimeFigureOut">
              <a:rPr lang="zh-CN" altLang="en-US" smtClean="0"/>
              <a:t>2018/7/19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3"/>
          </p:nvPr>
        </p:nvSpPr>
        <p:spPr>
          <a:xfrm>
            <a:off x="4038600" y="64198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4"/>
          </p:nvPr>
        </p:nvSpPr>
        <p:spPr>
          <a:xfrm>
            <a:off x="8610600" y="64198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6EAC78F5-CC1D-49DC-A880-AA6B6FD9491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KSO_BC1"/>
          <p:cNvSpPr>
            <a:spLocks noGrp="1"/>
          </p:cNvSpPr>
          <p:nvPr>
            <p:ph type="body" idx="1"/>
          </p:nvPr>
        </p:nvSpPr>
        <p:spPr>
          <a:xfrm>
            <a:off x="685800" y="1133475"/>
            <a:ext cx="10852859" cy="52133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685801" y="264719"/>
            <a:ext cx="10852860" cy="7960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940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accent1"/>
          </a:solidFill>
          <a:effectLst/>
          <a:latin typeface="+mj-ea"/>
          <a:ea typeface="+mj-ea"/>
          <a:cs typeface="+mj-cs"/>
        </a:defRPr>
      </a:lvl1pPr>
    </p:titleStyle>
    <p:bodyStyle>
      <a:lvl1pPr marL="361950" indent="-361950" algn="just" defTabSz="685800" rtl="0" eaLnBrk="1" latinLnBrk="0" hangingPunct="1">
        <a:lnSpc>
          <a:spcPct val="110000"/>
        </a:lnSpc>
        <a:spcBef>
          <a:spcPts val="1200"/>
        </a:spcBef>
        <a:spcAft>
          <a:spcPts val="0"/>
        </a:spcAft>
        <a:buClr>
          <a:schemeClr val="accent1"/>
        </a:buClr>
        <a:buSzPct val="60000"/>
        <a:buFont typeface="Wingdings 2" panose="05020102010507070707" pitchFamily="18" charset="2"/>
        <a:buChar char=""/>
        <a:defRPr lang="zh-CN" altLang="en-US" sz="2800" kern="1200" baseline="0" dirty="0" smtClean="0">
          <a:solidFill>
            <a:schemeClr val="accent2">
              <a:lumMod val="75000"/>
            </a:schemeClr>
          </a:solidFill>
          <a:latin typeface="+mn-ea"/>
          <a:ea typeface="+mn-ea"/>
          <a:cs typeface="+mn-cs"/>
        </a:defRPr>
      </a:lvl1pPr>
      <a:lvl2pPr marL="361950" indent="-361950" algn="just" defTabSz="685800" rtl="0" eaLnBrk="1" latinLnBrk="0" hangingPunct="1">
        <a:lnSpc>
          <a:spcPct val="120000"/>
        </a:lnSpc>
        <a:spcBef>
          <a:spcPts val="0"/>
        </a:spcBef>
        <a:spcAft>
          <a:spcPts val="120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800" kern="1200" baseline="0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广度优先搜索算法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07103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广度优先搜索算法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广度优先搜索是图的搜索算法之一。</a:t>
            </a:r>
            <a:endParaRPr lang="en-US" altLang="zh-CN" dirty="0" smtClean="0"/>
          </a:p>
          <a:p>
            <a:r>
              <a:rPr lang="zh-CN" altLang="en-US" dirty="0" smtClean="0"/>
              <a:t>广度优先搜索算法的和核心是：从初始节点开始，探测后续一层节点，检查目标节点是否存在于该层节点中，若不存在继续探测下一层节点，并执行检查。</a:t>
            </a:r>
            <a:endParaRPr lang="en-US" altLang="zh-CN" dirty="0" smtClean="0"/>
          </a:p>
          <a:p>
            <a:r>
              <a:rPr lang="zh-CN" altLang="en-US" dirty="0" smtClean="0"/>
              <a:t>搜索次序呈现沿横向扩展的趋势，称：广度优先搜索或宽度优先搜索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38762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6176876"/>
      </p:ext>
    </p:extLst>
  </p:cSld>
  <p:clrMapOvr>
    <a:masterClrMapping/>
  </p:clrMapOvr>
</p:sld>
</file>

<file path=ppt/theme/theme1.xml><?xml version="1.0" encoding="utf-8"?>
<a:theme xmlns:a="http://schemas.openxmlformats.org/drawingml/2006/main" name="A000120140530A99PPBG">
  <a:themeElements>
    <a:clrScheme name="自定义 782">
      <a:dk1>
        <a:srgbClr val="55595B"/>
      </a:dk1>
      <a:lt1>
        <a:srgbClr val="FFFFFF"/>
      </a:lt1>
      <a:dk2>
        <a:srgbClr val="55595B"/>
      </a:dk2>
      <a:lt2>
        <a:srgbClr val="FFFFFF"/>
      </a:lt2>
      <a:accent1>
        <a:srgbClr val="DA5629"/>
      </a:accent1>
      <a:accent2>
        <a:srgbClr val="BA7611"/>
      </a:accent2>
      <a:accent3>
        <a:srgbClr val="D36D8D"/>
      </a:accent3>
      <a:accent4>
        <a:srgbClr val="B3442E"/>
      </a:accent4>
      <a:accent5>
        <a:srgbClr val="873AC0"/>
      </a:accent5>
      <a:accent6>
        <a:srgbClr val="0070C0"/>
      </a:accent6>
      <a:hlink>
        <a:srgbClr val="00B050"/>
      </a:hlink>
      <a:folHlink>
        <a:srgbClr val="AFB2B4"/>
      </a:folHlink>
    </a:clrScheme>
    <a:fontScheme name="KSO主题5">
      <a:majorFont>
        <a:latin typeface="Broadway"/>
        <a:ea typeface="微软雅黑"/>
        <a:cs typeface=""/>
      </a:majorFont>
      <a:minorFont>
        <a:latin typeface="Calibri"/>
        <a:ea typeface="幼圆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A000120151104A13KPBG</Template>
  <TotalTime>4</TotalTime>
  <Words>69</Words>
  <Application>Microsoft Office PowerPoint</Application>
  <PresentationFormat>宽屏</PresentationFormat>
  <Paragraphs>5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微软雅黑</vt:lpstr>
      <vt:lpstr>幼圆</vt:lpstr>
      <vt:lpstr>Arial</vt:lpstr>
      <vt:lpstr>Calibri</vt:lpstr>
      <vt:lpstr>Wingdings 2</vt:lpstr>
      <vt:lpstr>A000120140530A99PPBG</vt:lpstr>
      <vt:lpstr>广度优先搜索算法</vt:lpstr>
      <vt:lpstr>广度优先搜索算法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广度优先搜索算法</dc:title>
  <dc:creator>Tortoise -</dc:creator>
  <cp:lastModifiedBy>Tortoise -</cp:lastModifiedBy>
  <cp:revision>1</cp:revision>
  <dcterms:created xsi:type="dcterms:W3CDTF">2018-07-18T16:13:23Z</dcterms:created>
  <dcterms:modified xsi:type="dcterms:W3CDTF">2018-07-18T16:17:48Z</dcterms:modified>
</cp:coreProperties>
</file>