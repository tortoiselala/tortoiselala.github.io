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8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D:\wang\office图表模板\背景素材2\05699\master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0"/>
          <a:stretch/>
        </p:blipFill>
        <p:spPr bwMode="auto">
          <a:xfrm>
            <a:off x="0" y="0"/>
            <a:ext cx="9303173" cy="687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8C842-FD1A-486A-93E5-7E6C01D90706}" type="datetimeFigureOut">
              <a:rPr lang="zh-CN" altLang="en-US" smtClean="0"/>
              <a:t>2018/8/27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169C4-37E7-4F8A-9CE0-916CACF0946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28521" y="0"/>
            <a:ext cx="5963480" cy="6872068"/>
          </a:xfrm>
          <a:prstGeom prst="rect">
            <a:avLst/>
          </a:prstGeom>
          <a:gradFill flip="none" rotWithShape="1">
            <a:gsLst>
              <a:gs pos="53000">
                <a:srgbClr val="5D5E60"/>
              </a:gs>
              <a:gs pos="100000">
                <a:srgbClr val="5C5D5F">
                  <a:shade val="100000"/>
                  <a:satMod val="115000"/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4762501" y="3779751"/>
            <a:ext cx="7398393" cy="467211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5214258" y="2038351"/>
            <a:ext cx="6946636" cy="1720077"/>
          </a:xfrm>
        </p:spPr>
        <p:txBody>
          <a:bodyPr>
            <a:noAutofit/>
          </a:bodyPr>
          <a:lstStyle>
            <a:lvl1pPr algn="ctr">
              <a:defRPr sz="32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单击此处添加您的标题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840713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96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8C842-FD1A-486A-93E5-7E6C01D90706}" type="datetimeFigureOut">
              <a:rPr lang="zh-CN" altLang="en-US" smtClean="0"/>
              <a:t>2018/8/27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169C4-37E7-4F8A-9CE0-916CACF09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23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98675" y="2151745"/>
            <a:ext cx="7994651" cy="1235075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4050893" y="3443970"/>
            <a:ext cx="4090217" cy="357478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 smtClean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8C842-FD1A-486A-93E5-7E6C01D90706}" type="datetimeFigureOut">
              <a:rPr lang="zh-CN" altLang="en-US" smtClean="0"/>
              <a:t>2018/8/27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169C4-37E7-4F8A-9CE0-916CACF09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59336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399823" y="1244601"/>
            <a:ext cx="5080000" cy="49323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6519333" y="1244601"/>
            <a:ext cx="5094116" cy="49323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8C842-FD1A-486A-93E5-7E6C01D90706}" type="datetimeFigureOut">
              <a:rPr lang="zh-CN" altLang="en-US" smtClean="0"/>
              <a:t>2018/8/27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169C4-37E7-4F8A-9CE0-916CACF09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029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2302932" y="118532"/>
            <a:ext cx="9312101" cy="71702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5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5" y="2200274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6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6" y="2200274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8C842-FD1A-486A-93E5-7E6C01D90706}" type="datetimeFigureOut">
              <a:rPr lang="zh-CN" altLang="en-US" smtClean="0"/>
              <a:t>2018/8/27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169C4-37E7-4F8A-9CE0-916CACF09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886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8C842-FD1A-486A-93E5-7E6C01D90706}" type="datetimeFigureOut">
              <a:rPr lang="zh-CN" altLang="en-US" smtClean="0"/>
              <a:t>2018/8/27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169C4-37E7-4F8A-9CE0-916CACF09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489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8C842-FD1A-486A-93E5-7E6C01D90706}" type="datetimeFigureOut">
              <a:rPr lang="zh-CN" altLang="en-US" smtClean="0"/>
              <a:t>2018/8/27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169C4-37E7-4F8A-9CE0-916CACF09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48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44590" y="53340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5487989" y="1063629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144590" y="21336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8C842-FD1A-486A-93E5-7E6C01D90706}" type="datetimeFigureOut">
              <a:rPr lang="zh-CN" altLang="en-US" smtClean="0"/>
              <a:t>2018/8/27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169C4-37E7-4F8A-9CE0-916CACF09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27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246192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5442833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246192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8C842-FD1A-486A-93E5-7E6C01D90706}" type="datetimeFigureOut">
              <a:rPr lang="zh-CN" altLang="en-US" smtClean="0"/>
              <a:t>2018/8/27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169C4-37E7-4F8A-9CE0-916CACF09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072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8C842-FD1A-486A-93E5-7E6C01D90706}" type="datetimeFigureOut">
              <a:rPr lang="zh-CN" altLang="en-US" smtClean="0"/>
              <a:t>2018/8/27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169C4-37E7-4F8A-9CE0-916CACF09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711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90" y="365125"/>
            <a:ext cx="1182511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2113842" y="365125"/>
            <a:ext cx="7933269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8C842-FD1A-486A-93E5-7E6C01D90706}" type="datetimeFigureOut">
              <a:rPr lang="zh-CN" altLang="en-US" smtClean="0"/>
              <a:t>2018/8/27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169C4-37E7-4F8A-9CE0-916CACF09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390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:\wang\office图表模板\背景素材2\05699\slide.jpg"/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4"/>
          <a:stretch/>
        </p:blipFill>
        <p:spPr bwMode="auto">
          <a:xfrm>
            <a:off x="0" y="-27384"/>
            <a:ext cx="12192000" cy="6510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689100" y="136431"/>
            <a:ext cx="9924349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558799" y="1288551"/>
            <a:ext cx="11056060" cy="5193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8C842-FD1A-486A-93E5-7E6C01D90706}" type="datetimeFigureOut">
              <a:rPr lang="zh-CN" altLang="en-US" smtClean="0"/>
              <a:t>2018/8/27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169C4-37E7-4F8A-9CE0-916CACF09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49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7188" indent="-357188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70000"/>
        <a:buFont typeface="Wingdings 2" panose="05020102010507070707" pitchFamily="18" charset="2"/>
        <a:buChar char=""/>
        <a:defRPr sz="2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7188" indent="-357188" algn="just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并查集演示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975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575816" y="1881414"/>
            <a:ext cx="885748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 smtClean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话说江湖上散落着各式各样的大侠，有上千个之多。他们没有什么正当职业，整天背着剑在外面走来走去，碰到和自己不是一路人的，就免不了要打一架。但大侠们有一个优点就是讲义气，绝对不打自己的朋友。而且他们信奉“朋友的朋友就是我的朋友”，只要是能通过朋友关系串联起来的，不管拐了多少个弯，都认为是自己人。这样一来，江湖上就形成了一个一个的群落，通过两两之间的朋友关系串联起来。而不在同一个群落的人，无论如何都无法通过朋友关系连起来，于是就可以放心往死了打。但是两个原本互不相识的人，如何判断是否属于一个朋友圈呢？</a:t>
            </a:r>
          </a:p>
          <a:p>
            <a:r>
              <a:rPr lang="zh-CN" altLang="en-US" b="0" i="0" dirty="0" smtClean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我们可以在每个朋友圈内推举出一个比较有名望的人，作为该圈子的代表人物，这样，每个圈子就可以这样命名“齐达内朋友之队”“罗纳尔多朋友之队”</a:t>
            </a:r>
            <a:r>
              <a:rPr lang="en-US" altLang="zh-CN" b="0" i="0" dirty="0" smtClean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……</a:t>
            </a:r>
            <a:r>
              <a:rPr lang="zh-CN" altLang="en-US" b="0" i="0" dirty="0" smtClean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两人只要互相对一下自己的队长是不是同一个人，就可以确定敌友关系了。</a:t>
            </a:r>
            <a:endParaRPr lang="zh-CN" altLang="en-US" b="0" i="0" dirty="0">
              <a:solidFill>
                <a:srgbClr val="333333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068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Picture 2" descr="http://hi.csdn.net/attachment/201107/29/0_1311901712oy9f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666" y="1289050"/>
            <a:ext cx="6923617" cy="519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603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51744"/>
            <a:ext cx="5279086" cy="3951192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141598" y="1345467"/>
            <a:ext cx="399909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现在我有这样一本书，其中记录着各个人之间的朋友关系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141598" y="1927727"/>
            <a:ext cx="545365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存在这样一个函数find(name)这个函数只要输入名称就能知道他的老大是谁，存在这样一个函数set(name,boss)可以设置老大</a:t>
            </a:r>
            <a:endParaRPr kumimoji="0" lang="zh-CN" altLang="zh-CN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在初始情况下，他们任何人都不知道自己的朋友是谁，所以他们各自成派，那么各自的老大就是自己了，所以，在没有进行任何操作的情况下得到的find结果都是自己。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98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06170"/>
            <a:ext cx="3047255" cy="519271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738" y="1004126"/>
            <a:ext cx="3711262" cy="4374259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8480738" y="1289304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480738" y="1601914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8480738" y="1887092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8480738" y="2172270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480738" y="2462280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8480738" y="2733640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480738" y="3044354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8467762" y="3302708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8467762" y="3599706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8467762" y="3908223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467762" y="4185674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467762" y="4453912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480738" y="4762453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8467762" y="5039904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8480738" y="5339232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圆角矩形 21"/>
          <p:cNvSpPr/>
          <p:nvPr/>
        </p:nvSpPr>
        <p:spPr>
          <a:xfrm>
            <a:off x="2296390" y="1964931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张无忌</a:t>
            </a:r>
            <a:endParaRPr lang="zh-CN" altLang="en-US" sz="1200" dirty="0"/>
          </a:p>
        </p:txBody>
      </p:sp>
      <p:sp>
        <p:nvSpPr>
          <p:cNvPr id="23" name="圆角矩形 22"/>
          <p:cNvSpPr/>
          <p:nvPr/>
        </p:nvSpPr>
        <p:spPr>
          <a:xfrm>
            <a:off x="2296389" y="1577400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胡青牛</a:t>
            </a:r>
          </a:p>
        </p:txBody>
      </p:sp>
      <p:sp>
        <p:nvSpPr>
          <p:cNvPr id="24" name="圆角矩形 23"/>
          <p:cNvSpPr/>
          <p:nvPr/>
        </p:nvSpPr>
        <p:spPr>
          <a:xfrm>
            <a:off x="2296388" y="2211479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杨左使</a:t>
            </a:r>
          </a:p>
        </p:txBody>
      </p:sp>
      <p:sp>
        <p:nvSpPr>
          <p:cNvPr id="25" name="圆角矩形 24"/>
          <p:cNvSpPr/>
          <p:nvPr/>
        </p:nvSpPr>
        <p:spPr>
          <a:xfrm>
            <a:off x="2296387" y="1777053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张无忌</a:t>
            </a:r>
            <a:endParaRPr lang="zh-CN" altLang="en-US" sz="1200" dirty="0"/>
          </a:p>
        </p:txBody>
      </p:sp>
      <p:sp>
        <p:nvSpPr>
          <p:cNvPr id="27" name="圆角矩形 26"/>
          <p:cNvSpPr/>
          <p:nvPr/>
        </p:nvSpPr>
        <p:spPr>
          <a:xfrm>
            <a:off x="2296386" y="3140730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灭绝师太</a:t>
            </a:r>
          </a:p>
        </p:txBody>
      </p:sp>
      <p:sp>
        <p:nvSpPr>
          <p:cNvPr id="28" name="圆角矩形 27"/>
          <p:cNvSpPr/>
          <p:nvPr/>
        </p:nvSpPr>
        <p:spPr>
          <a:xfrm>
            <a:off x="2296381" y="2435444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宋青书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2296380" y="2905959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宋</a:t>
            </a:r>
            <a:r>
              <a:rPr lang="zh-CN" altLang="en-US" sz="1200" dirty="0"/>
              <a:t>远桥</a:t>
            </a:r>
          </a:p>
        </p:txBody>
      </p:sp>
      <p:sp>
        <p:nvSpPr>
          <p:cNvPr id="30" name="圆角矩形 29"/>
          <p:cNvSpPr/>
          <p:nvPr/>
        </p:nvSpPr>
        <p:spPr>
          <a:xfrm>
            <a:off x="2296379" y="3793908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王重阳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2296378" y="4922814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玄难</a:t>
            </a:r>
          </a:p>
        </p:txBody>
      </p:sp>
      <p:sp>
        <p:nvSpPr>
          <p:cNvPr id="32" name="圆角矩形 31"/>
          <p:cNvSpPr/>
          <p:nvPr/>
        </p:nvSpPr>
        <p:spPr>
          <a:xfrm>
            <a:off x="2296377" y="5158305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玄难</a:t>
            </a:r>
            <a:endParaRPr lang="zh-CN" altLang="en-US" sz="1200" dirty="0"/>
          </a:p>
        </p:txBody>
      </p:sp>
      <p:sp>
        <p:nvSpPr>
          <p:cNvPr id="33" name="圆角矩形 32"/>
          <p:cNvSpPr/>
          <p:nvPr/>
        </p:nvSpPr>
        <p:spPr>
          <a:xfrm>
            <a:off x="2296377" y="5366537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玄难</a:t>
            </a:r>
            <a:endParaRPr lang="zh-CN" altLang="en-US" sz="1200" dirty="0"/>
          </a:p>
        </p:txBody>
      </p:sp>
      <p:sp>
        <p:nvSpPr>
          <p:cNvPr id="34" name="圆角矩形 33"/>
          <p:cNvSpPr/>
          <p:nvPr/>
        </p:nvSpPr>
        <p:spPr>
          <a:xfrm>
            <a:off x="2296377" y="4225239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段正淳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2296377" y="4460730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欧阳锋</a:t>
            </a:r>
          </a:p>
        </p:txBody>
      </p:sp>
      <p:sp>
        <p:nvSpPr>
          <p:cNvPr id="36" name="圆角矩形 35"/>
          <p:cNvSpPr/>
          <p:nvPr/>
        </p:nvSpPr>
        <p:spPr>
          <a:xfrm>
            <a:off x="2296377" y="5817265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小龙女</a:t>
            </a:r>
          </a:p>
        </p:txBody>
      </p:sp>
      <p:sp>
        <p:nvSpPr>
          <p:cNvPr id="37" name="圆角矩形 36"/>
          <p:cNvSpPr/>
          <p:nvPr/>
        </p:nvSpPr>
        <p:spPr>
          <a:xfrm>
            <a:off x="3273122" y="1589177"/>
            <a:ext cx="976745" cy="23477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杨左使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3196925" y="2435437"/>
            <a:ext cx="976745" cy="23477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宋</a:t>
            </a:r>
            <a:r>
              <a:rPr lang="zh-CN" altLang="en-US" sz="1200" dirty="0"/>
              <a:t>远桥</a:t>
            </a:r>
          </a:p>
        </p:txBody>
      </p:sp>
    </p:spTree>
    <p:extLst>
      <p:ext uri="{BB962C8B-B14F-4D97-AF65-F5344CB8AC3E}">
        <p14:creationId xmlns:p14="http://schemas.microsoft.com/office/powerpoint/2010/main" val="2723114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http://hi.csdn.net/attachment/201107/29/0_1311901712oy9f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633" y="2199702"/>
            <a:ext cx="4693312" cy="3519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6170"/>
            <a:ext cx="3047255" cy="5192713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2296390" y="1964931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张无忌</a:t>
            </a:r>
            <a:endParaRPr lang="zh-CN" altLang="en-US" sz="1200" dirty="0"/>
          </a:p>
        </p:txBody>
      </p:sp>
      <p:sp>
        <p:nvSpPr>
          <p:cNvPr id="6" name="圆角矩形 5"/>
          <p:cNvSpPr/>
          <p:nvPr/>
        </p:nvSpPr>
        <p:spPr>
          <a:xfrm>
            <a:off x="2296389" y="1577400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胡青牛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2296388" y="2211479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杨左使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2296387" y="1777053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张无忌</a:t>
            </a:r>
            <a:endParaRPr lang="zh-CN" altLang="en-US" sz="1200" dirty="0"/>
          </a:p>
        </p:txBody>
      </p:sp>
      <p:sp>
        <p:nvSpPr>
          <p:cNvPr id="9" name="圆角矩形 8"/>
          <p:cNvSpPr/>
          <p:nvPr/>
        </p:nvSpPr>
        <p:spPr>
          <a:xfrm>
            <a:off x="2296386" y="3140730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灭绝师太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2296381" y="2435444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宋青书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2296380" y="2905959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宋</a:t>
            </a:r>
            <a:r>
              <a:rPr lang="zh-CN" altLang="en-US" sz="1200" dirty="0"/>
              <a:t>远桥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2296379" y="3793908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王重阳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2296378" y="4922814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玄难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2296377" y="5158305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玄慈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2296377" y="5366537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慧轮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2296377" y="4225239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段正淳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2296377" y="4460730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欧阳锋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2296377" y="5817265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小龙女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484655" y="1173267"/>
            <a:ext cx="4333238" cy="205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最后我们会发现，我们会得到这样一个树林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每个人都知道自己有唯一的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boss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，但是依然很麻烦，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胡青牛得一步一步向上走去看两人是否有共同的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boss</a:t>
            </a: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更好的处理办法就是，让所有人都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直接知道自己的老大</a:t>
            </a:r>
            <a:endParaRPr lang="en-US" altLang="zh-CN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怎么办呢，继续处理</a:t>
            </a:r>
          </a:p>
        </p:txBody>
      </p:sp>
    </p:spTree>
    <p:extLst>
      <p:ext uri="{BB962C8B-B14F-4D97-AF65-F5344CB8AC3E}">
        <p14:creationId xmlns:p14="http://schemas.microsoft.com/office/powerpoint/2010/main" val="183205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6170"/>
            <a:ext cx="3047255" cy="519271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738" y="1004126"/>
            <a:ext cx="3711262" cy="4374259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8480738" y="1289304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8480738" y="1601914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480738" y="1887092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8480738" y="2172270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8480738" y="2462280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480738" y="2733640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8480738" y="3044354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467762" y="3302708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8467762" y="3599706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8467762" y="3908223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8467762" y="4185674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467762" y="4453912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480738" y="4762453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467762" y="5039904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8480738" y="5339232"/>
            <a:ext cx="3711262" cy="27432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/>
        </p:nvSpPr>
        <p:spPr>
          <a:xfrm>
            <a:off x="2296390" y="1964931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张无忌</a:t>
            </a:r>
            <a:endParaRPr lang="zh-CN" altLang="en-US" sz="1200" dirty="0"/>
          </a:p>
        </p:txBody>
      </p:sp>
      <p:sp>
        <p:nvSpPr>
          <p:cNvPr id="22" name="圆角矩形 21"/>
          <p:cNvSpPr/>
          <p:nvPr/>
        </p:nvSpPr>
        <p:spPr>
          <a:xfrm>
            <a:off x="2296389" y="1577400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胡青牛</a:t>
            </a:r>
          </a:p>
        </p:txBody>
      </p:sp>
      <p:sp>
        <p:nvSpPr>
          <p:cNvPr id="23" name="圆角矩形 22"/>
          <p:cNvSpPr/>
          <p:nvPr/>
        </p:nvSpPr>
        <p:spPr>
          <a:xfrm>
            <a:off x="2296388" y="2211479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杨左使</a:t>
            </a:r>
          </a:p>
        </p:txBody>
      </p:sp>
      <p:sp>
        <p:nvSpPr>
          <p:cNvPr id="24" name="圆角矩形 23"/>
          <p:cNvSpPr/>
          <p:nvPr/>
        </p:nvSpPr>
        <p:spPr>
          <a:xfrm>
            <a:off x="2296387" y="1777053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张无忌</a:t>
            </a:r>
            <a:endParaRPr lang="zh-CN" altLang="en-US" sz="1200" dirty="0"/>
          </a:p>
        </p:txBody>
      </p:sp>
      <p:sp>
        <p:nvSpPr>
          <p:cNvPr id="25" name="圆角矩形 24"/>
          <p:cNvSpPr/>
          <p:nvPr/>
        </p:nvSpPr>
        <p:spPr>
          <a:xfrm>
            <a:off x="2296386" y="3140730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灭绝师太</a:t>
            </a:r>
          </a:p>
        </p:txBody>
      </p:sp>
      <p:sp>
        <p:nvSpPr>
          <p:cNvPr id="26" name="圆角矩形 25"/>
          <p:cNvSpPr/>
          <p:nvPr/>
        </p:nvSpPr>
        <p:spPr>
          <a:xfrm>
            <a:off x="2296381" y="2435444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宋青书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2296380" y="2905959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宋</a:t>
            </a:r>
            <a:r>
              <a:rPr lang="zh-CN" altLang="en-US" sz="1200" dirty="0"/>
              <a:t>远桥</a:t>
            </a:r>
          </a:p>
        </p:txBody>
      </p:sp>
      <p:sp>
        <p:nvSpPr>
          <p:cNvPr id="28" name="圆角矩形 27"/>
          <p:cNvSpPr/>
          <p:nvPr/>
        </p:nvSpPr>
        <p:spPr>
          <a:xfrm>
            <a:off x="2296379" y="3793908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王重阳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2296378" y="4922814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玄难</a:t>
            </a:r>
          </a:p>
        </p:txBody>
      </p:sp>
      <p:sp>
        <p:nvSpPr>
          <p:cNvPr id="30" name="圆角矩形 29"/>
          <p:cNvSpPr/>
          <p:nvPr/>
        </p:nvSpPr>
        <p:spPr>
          <a:xfrm>
            <a:off x="2296377" y="5158305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玄慈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2296377" y="5366537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慧轮</a:t>
            </a:r>
          </a:p>
        </p:txBody>
      </p:sp>
      <p:sp>
        <p:nvSpPr>
          <p:cNvPr id="32" name="圆角矩形 31"/>
          <p:cNvSpPr/>
          <p:nvPr/>
        </p:nvSpPr>
        <p:spPr>
          <a:xfrm>
            <a:off x="2296377" y="4225239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段正淳</a:t>
            </a:r>
          </a:p>
        </p:txBody>
      </p:sp>
      <p:sp>
        <p:nvSpPr>
          <p:cNvPr id="33" name="圆角矩形 32"/>
          <p:cNvSpPr/>
          <p:nvPr/>
        </p:nvSpPr>
        <p:spPr>
          <a:xfrm>
            <a:off x="2296377" y="4460730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欧阳锋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2296377" y="5817265"/>
            <a:ext cx="976745" cy="2347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小龙女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3286110" y="1268938"/>
            <a:ext cx="3416320" cy="372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我们回到刚刚未处理的步骤中，重新处理</a:t>
            </a:r>
          </a:p>
        </p:txBody>
      </p:sp>
      <p:sp>
        <p:nvSpPr>
          <p:cNvPr id="36" name="圆角矩形 35"/>
          <p:cNvSpPr/>
          <p:nvPr/>
        </p:nvSpPr>
        <p:spPr>
          <a:xfrm>
            <a:off x="3273122" y="2444844"/>
            <a:ext cx="976745" cy="23477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宋远</a:t>
            </a:r>
            <a:r>
              <a:rPr lang="zh-CN" altLang="en-US" sz="1200" dirty="0"/>
              <a:t>桥</a:t>
            </a:r>
          </a:p>
        </p:txBody>
      </p:sp>
      <p:sp>
        <p:nvSpPr>
          <p:cNvPr id="37" name="圆角矩形 36"/>
          <p:cNvSpPr/>
          <p:nvPr/>
        </p:nvSpPr>
        <p:spPr>
          <a:xfrm>
            <a:off x="3273121" y="5167128"/>
            <a:ext cx="976745" cy="23477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玄难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3273120" y="5407937"/>
            <a:ext cx="976745" cy="23477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玄慈</a:t>
            </a:r>
          </a:p>
        </p:txBody>
      </p:sp>
      <p:sp>
        <p:nvSpPr>
          <p:cNvPr id="39" name="圆角矩形 38"/>
          <p:cNvSpPr/>
          <p:nvPr/>
        </p:nvSpPr>
        <p:spPr>
          <a:xfrm>
            <a:off x="4249865" y="5431494"/>
            <a:ext cx="976745" cy="23477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玄难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3286102" y="1588567"/>
            <a:ext cx="3235181" cy="9325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set{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宋青书，张三丰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</a:p>
          <a:p>
            <a:pPr>
              <a:lnSpc>
                <a:spcPct val="130000"/>
              </a:lnSpc>
            </a:pP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set{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宋远桥，宋青书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合并集合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set{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宋远桥，宋青书，张三丰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997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6" grpId="1" animBg="1"/>
      <p:bldP spid="37" grpId="0" animBg="1"/>
      <p:bldP spid="38" grpId="0" animBg="1"/>
      <p:bldP spid="39" grpId="0" animBg="1"/>
      <p:bldP spid="40" grpId="0"/>
    </p:bldLst>
  </p:timing>
</p:sld>
</file>

<file path=ppt/theme/theme1.xml><?xml version="1.0" encoding="utf-8"?>
<a:theme xmlns:a="http://schemas.openxmlformats.org/drawingml/2006/main" name="A000120140530A99PPBG">
  <a:themeElements>
    <a:clrScheme name="自定义 1">
      <a:dk1>
        <a:srgbClr val="3D3F41"/>
      </a:dk1>
      <a:lt1>
        <a:srgbClr val="FFFFFF"/>
      </a:lt1>
      <a:dk2>
        <a:srgbClr val="454749"/>
      </a:dk2>
      <a:lt2>
        <a:srgbClr val="FFFFFF"/>
      </a:lt2>
      <a:accent1>
        <a:srgbClr val="64606D"/>
      </a:accent1>
      <a:accent2>
        <a:srgbClr val="B99179"/>
      </a:accent2>
      <a:accent3>
        <a:srgbClr val="9994A6"/>
      </a:accent3>
      <a:accent4>
        <a:srgbClr val="CDB7CD"/>
      </a:accent4>
      <a:accent5>
        <a:srgbClr val="B9D9E7"/>
      </a:accent5>
      <a:accent6>
        <a:srgbClr val="FFC000"/>
      </a:accent6>
      <a:hlink>
        <a:srgbClr val="00B0F0"/>
      </a:hlink>
      <a:folHlink>
        <a:srgbClr val="AFB2B4"/>
      </a:folHlink>
    </a:clrScheme>
    <a:fontScheme name="自定义 15">
      <a:majorFont>
        <a:latin typeface="Arial Black"/>
        <a:ea typeface="微软雅黑"/>
        <a:cs typeface=""/>
      </a:majorFont>
      <a:minorFont>
        <a:latin typeface="Arial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A000120140530A99KPBG</Template>
  <TotalTime>80</TotalTime>
  <Words>553</Words>
  <Application>Microsoft Office PowerPoint</Application>
  <PresentationFormat>宽屏</PresentationFormat>
  <Paragraphs>65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微软雅黑</vt:lpstr>
      <vt:lpstr>幼圆</vt:lpstr>
      <vt:lpstr>Arial</vt:lpstr>
      <vt:lpstr>Arial Black</vt:lpstr>
      <vt:lpstr>Open Sans</vt:lpstr>
      <vt:lpstr>Verdana</vt:lpstr>
      <vt:lpstr>Wingdings 2</vt:lpstr>
      <vt:lpstr>A000120140530A99PPBG</vt:lpstr>
      <vt:lpstr>并查集演示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并查集演示</dc:title>
  <dc:creator>Tortoise -</dc:creator>
  <cp:lastModifiedBy>Tortoise -</cp:lastModifiedBy>
  <cp:revision>7</cp:revision>
  <dcterms:created xsi:type="dcterms:W3CDTF">2018-08-27T08:02:55Z</dcterms:created>
  <dcterms:modified xsi:type="dcterms:W3CDTF">2018-08-27T12:50:20Z</dcterms:modified>
</cp:coreProperties>
</file>