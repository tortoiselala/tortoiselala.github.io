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CFF62-9D2D-486B-AEB2-C443CCD74B37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CB106-6EBD-45F4-BF4D-2D721C9DAA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924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7CB106-6EBD-45F4-BF4D-2D721C9DAA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46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7" descr="bg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56"/>
          <a:stretch/>
        </p:blipFill>
        <p:spPr bwMode="auto">
          <a:xfrm>
            <a:off x="0" y="669704"/>
            <a:ext cx="12192000" cy="619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732697" y="2779336"/>
            <a:ext cx="8889571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732697" y="1027620"/>
            <a:ext cx="8889571" cy="1637066"/>
          </a:xfrm>
        </p:spPr>
        <p:txBody>
          <a:bodyPr>
            <a:noAutofit/>
          </a:bodyPr>
          <a:lstStyle>
            <a:lvl1pPr algn="ctr">
              <a:defRPr sz="4200" baseline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添加您的标题文字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69831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>
          <p15:clr>
            <a:srgbClr val="FBAE40"/>
          </p15:clr>
        </p15:guide>
        <p15:guide id="2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12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184693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3" y="3139155"/>
            <a:ext cx="4090217" cy="396521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9231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3" y="1244601"/>
            <a:ext cx="5094116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93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6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6" y="2200274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24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7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5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81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5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79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5"/>
            <a:ext cx="1182511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17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6" descr="bg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84" y="-25400"/>
            <a:ext cx="12238568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58798" y="162557"/>
            <a:ext cx="11056060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37B7B-1FCA-48B3-9BFD-D768D2FADB8C}" type="datetimeFigureOut">
              <a:rPr lang="zh-CN" altLang="en-US" smtClean="0"/>
              <a:t>2018/8/29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C3C4E-64AE-4F5D-A756-219A007835B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799" y="1026615"/>
            <a:ext cx="11056060" cy="519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49427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>
              <a:lumMod val="75000"/>
            </a:schemeClr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88" indent="-357188" algn="just" defTabSz="914400" rtl="0" eaLnBrk="1" latinLnBrk="0" hangingPunct="1">
        <a:lnSpc>
          <a:spcPct val="110000"/>
        </a:lnSpc>
        <a:spcBef>
          <a:spcPts val="1600"/>
        </a:spcBef>
        <a:spcAft>
          <a:spcPts val="0"/>
        </a:spcAft>
        <a:buClr>
          <a:schemeClr val="accent1"/>
        </a:buClr>
        <a:buSzPct val="70000"/>
        <a:buFont typeface="Wingdings 2" panose="05020102010507070707" pitchFamily="18" charset="2"/>
        <a:buChar char=""/>
        <a:defRPr sz="2000" kern="1200" baseline="0">
          <a:solidFill>
            <a:schemeClr val="accent2">
              <a:lumMod val="75000"/>
            </a:schemeClr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88" indent="-357188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Kruskal</a:t>
            </a:r>
            <a:r>
              <a:rPr lang="en-US" altLang="zh-CN" dirty="0"/>
              <a:t> </a:t>
            </a:r>
            <a:r>
              <a:rPr lang="en-US" altLang="zh-CN" dirty="0" smtClean="0"/>
              <a:t>algorithms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52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试想一颗最小生成树的前提是首先是一棵树</a:t>
            </a:r>
            <a:endParaRPr lang="en-US" altLang="zh-CN" dirty="0" smtClean="0"/>
          </a:p>
          <a:p>
            <a:r>
              <a:rPr lang="zh-CN" altLang="en-US" dirty="0" smtClean="0"/>
              <a:t>而树的定义是，没有回路的无向图</a:t>
            </a:r>
            <a:endParaRPr lang="en-US" altLang="zh-CN" dirty="0" smtClean="0"/>
          </a:p>
          <a:p>
            <a:r>
              <a:rPr lang="zh-CN" altLang="en-US" dirty="0" smtClean="0"/>
              <a:t>所以对于一个无向图来说，在探究如何取获得最小生成树算法时，第一个限制条件应该是无环</a:t>
            </a:r>
            <a:endParaRPr lang="en-US" altLang="zh-CN" dirty="0" smtClean="0"/>
          </a:p>
          <a:p>
            <a:r>
              <a:rPr lang="zh-CN" altLang="en-US" dirty="0" smtClean="0"/>
              <a:t>第二，最小生成树肯定需要将所有的节点都能够访问到，所以，第二个限制条件应该是能够访问所有节点。</a:t>
            </a:r>
            <a:endParaRPr lang="en-US" altLang="zh-CN" dirty="0" smtClean="0"/>
          </a:p>
          <a:p>
            <a:r>
              <a:rPr lang="zh-CN" altLang="en-US" dirty="0" smtClean="0"/>
              <a:t>通过以上两点：无环，所有节点，很容易想到如果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个节点的话，只需要</a:t>
            </a:r>
            <a:r>
              <a:rPr lang="en-US" altLang="zh-CN" dirty="0" smtClean="0"/>
              <a:t>n-1</a:t>
            </a:r>
            <a:r>
              <a:rPr lang="zh-CN" altLang="en-US" dirty="0" smtClean="0"/>
              <a:t>条边将其连接起来</a:t>
            </a:r>
            <a:endParaRPr lang="en-US" altLang="zh-CN" dirty="0" smtClean="0"/>
          </a:p>
          <a:p>
            <a:r>
              <a:rPr lang="zh-CN" altLang="en-US" dirty="0" smtClean="0"/>
              <a:t>那么，既然是最小生成树，我们只需要将所有边进行一个排序，然后从最小开始选择，当能够连接未连通节点，并且能够不构成环，则该边可选，否则舍弃。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779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984504" y="1645920"/>
            <a:ext cx="4304794" cy="2260765"/>
            <a:chOff x="3819144" y="1627632"/>
            <a:chExt cx="4304794" cy="2260765"/>
          </a:xfrm>
        </p:grpSpPr>
        <p:sp>
          <p:nvSpPr>
            <p:cNvPr id="4" name="椭圆 3"/>
            <p:cNvSpPr/>
            <p:nvPr/>
          </p:nvSpPr>
          <p:spPr>
            <a:xfrm>
              <a:off x="5010912" y="1627632"/>
              <a:ext cx="530352" cy="5303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2</a:t>
              </a:r>
              <a:endParaRPr lang="zh-CN" altLang="en-US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6388608" y="1627632"/>
              <a:ext cx="530352" cy="5303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4</a:t>
              </a:r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3819144" y="2456688"/>
              <a:ext cx="530352" cy="5303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7" name="椭圆 6"/>
            <p:cNvSpPr/>
            <p:nvPr/>
          </p:nvSpPr>
          <p:spPr>
            <a:xfrm>
              <a:off x="5010912" y="3358045"/>
              <a:ext cx="530352" cy="5303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3</a:t>
              </a:r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6388608" y="3358045"/>
              <a:ext cx="530352" cy="5303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5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7593586" y="2456688"/>
              <a:ext cx="530352" cy="5303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6</a:t>
              </a:r>
              <a:endParaRPr lang="zh-CN" altLang="en-US" dirty="0"/>
            </a:p>
          </p:txBody>
        </p:sp>
        <p:cxnSp>
          <p:nvCxnSpPr>
            <p:cNvPr id="17" name="直接连接符 16"/>
            <p:cNvCxnSpPr>
              <a:endCxn id="5" idx="2"/>
            </p:cNvCxnSpPr>
            <p:nvPr/>
          </p:nvCxnSpPr>
          <p:spPr>
            <a:xfrm>
              <a:off x="5541264" y="1892808"/>
              <a:ext cx="8473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7" idx="7"/>
            </p:cNvCxnSpPr>
            <p:nvPr/>
          </p:nvCxnSpPr>
          <p:spPr>
            <a:xfrm flipH="1">
              <a:off x="5463596" y="2080316"/>
              <a:ext cx="1002680" cy="1355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4" idx="4"/>
              <a:endCxn id="7" idx="0"/>
            </p:cNvCxnSpPr>
            <p:nvPr/>
          </p:nvCxnSpPr>
          <p:spPr>
            <a:xfrm>
              <a:off x="5276088" y="2157984"/>
              <a:ext cx="0" cy="12000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endCxn id="6" idx="0"/>
            </p:cNvCxnSpPr>
            <p:nvPr/>
          </p:nvCxnSpPr>
          <p:spPr>
            <a:xfrm flipH="1">
              <a:off x="4084320" y="1892808"/>
              <a:ext cx="926592" cy="5638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6" idx="4"/>
              <a:endCxn id="7" idx="2"/>
            </p:cNvCxnSpPr>
            <p:nvPr/>
          </p:nvCxnSpPr>
          <p:spPr>
            <a:xfrm>
              <a:off x="4084320" y="2987040"/>
              <a:ext cx="926592" cy="6361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5" idx="4"/>
              <a:endCxn id="8" idx="0"/>
            </p:cNvCxnSpPr>
            <p:nvPr/>
          </p:nvCxnSpPr>
          <p:spPr>
            <a:xfrm>
              <a:off x="6653784" y="2157984"/>
              <a:ext cx="0" cy="12000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7" idx="6"/>
              <a:endCxn id="8" idx="2"/>
            </p:cNvCxnSpPr>
            <p:nvPr/>
          </p:nvCxnSpPr>
          <p:spPr>
            <a:xfrm>
              <a:off x="5541264" y="3623221"/>
              <a:ext cx="8473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5" idx="6"/>
              <a:endCxn id="9" idx="1"/>
            </p:cNvCxnSpPr>
            <p:nvPr/>
          </p:nvCxnSpPr>
          <p:spPr>
            <a:xfrm>
              <a:off x="6918960" y="1892808"/>
              <a:ext cx="752294" cy="6415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endCxn id="8" idx="6"/>
            </p:cNvCxnSpPr>
            <p:nvPr/>
          </p:nvCxnSpPr>
          <p:spPr>
            <a:xfrm flipH="1">
              <a:off x="6918960" y="2955039"/>
              <a:ext cx="726694" cy="6681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4198676" y="1901952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5770654" y="1643606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/>
                <a:t>11</a:t>
              </a:r>
              <a:endParaRPr lang="zh-CN" altLang="en-US" sz="1400" dirty="0"/>
            </a:p>
          </p:txBody>
        </p:sp>
        <p:sp>
          <p:nvSpPr>
            <p:cNvPr id="37" name="矩形 36"/>
            <p:cNvSpPr/>
            <p:nvPr/>
          </p:nvSpPr>
          <p:spPr>
            <a:xfrm>
              <a:off x="7318784" y="2004004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3</a:t>
              </a:r>
              <a:endParaRPr lang="zh-CN" altLang="en-US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4185411" y="3309983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2</a:t>
              </a:r>
              <a:endParaRPr lang="zh-CN" altLang="en-US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5827326" y="2645972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9</a:t>
              </a:r>
              <a:endParaRPr lang="zh-CN" altLang="en-US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5129164" y="2602992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6</a:t>
              </a:r>
              <a:endParaRPr lang="zh-CN" altLang="en-US" dirty="0"/>
            </a:p>
          </p:txBody>
        </p:sp>
        <p:sp>
          <p:nvSpPr>
            <p:cNvPr id="41" name="矩形 40"/>
            <p:cNvSpPr/>
            <p:nvPr/>
          </p:nvSpPr>
          <p:spPr>
            <a:xfrm>
              <a:off x="5798339" y="3600177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/>
                <a:t>13</a:t>
              </a:r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7282307" y="3268554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4</a:t>
              </a:r>
              <a:endParaRPr lang="zh-CN" altLang="en-US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6653784" y="2609396"/>
              <a:ext cx="388564" cy="237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7</a:t>
              </a:r>
              <a:endParaRPr lang="zh-CN" altLang="en-US" dirty="0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9043416" y="397550"/>
            <a:ext cx="108234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无环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边从小到大</a:t>
            </a:r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1245843" y="1906524"/>
            <a:ext cx="926592" cy="56388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2172435" y="1643606"/>
            <a:ext cx="530352" cy="53035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9" name="椭圆 48"/>
          <p:cNvSpPr/>
          <p:nvPr/>
        </p:nvSpPr>
        <p:spPr>
          <a:xfrm>
            <a:off x="984504" y="2483694"/>
            <a:ext cx="530352" cy="530352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50" name="直接连接符 49"/>
          <p:cNvCxnSpPr/>
          <p:nvPr/>
        </p:nvCxnSpPr>
        <p:spPr>
          <a:xfrm>
            <a:off x="1246396" y="3002824"/>
            <a:ext cx="926592" cy="636181"/>
          </a:xfrm>
          <a:prstGeom prst="lin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1" name="椭圆 50"/>
          <p:cNvSpPr/>
          <p:nvPr/>
        </p:nvSpPr>
        <p:spPr>
          <a:xfrm>
            <a:off x="2172988" y="3373829"/>
            <a:ext cx="530352" cy="530352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55" name="椭圆 54"/>
          <p:cNvSpPr/>
          <p:nvPr/>
        </p:nvSpPr>
        <p:spPr>
          <a:xfrm>
            <a:off x="3540112" y="1632064"/>
            <a:ext cx="530352" cy="530352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56" name="椭圆 55"/>
          <p:cNvSpPr/>
          <p:nvPr/>
        </p:nvSpPr>
        <p:spPr>
          <a:xfrm>
            <a:off x="4745090" y="2461120"/>
            <a:ext cx="530352" cy="530352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cxnSp>
        <p:nvCxnSpPr>
          <p:cNvPr id="57" name="直接连接符 56"/>
          <p:cNvCxnSpPr>
            <a:stCxn id="55" idx="6"/>
            <a:endCxn id="56" idx="1"/>
          </p:cNvCxnSpPr>
          <p:nvPr/>
        </p:nvCxnSpPr>
        <p:spPr>
          <a:xfrm>
            <a:off x="4070464" y="1897240"/>
            <a:ext cx="752294" cy="641548"/>
          </a:xfrm>
          <a:prstGeom prst="lin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8" name="椭圆 57"/>
          <p:cNvSpPr/>
          <p:nvPr/>
        </p:nvSpPr>
        <p:spPr>
          <a:xfrm>
            <a:off x="3540112" y="3383259"/>
            <a:ext cx="530352" cy="530352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cxnSp>
        <p:nvCxnSpPr>
          <p:cNvPr id="59" name="直接连接符 58"/>
          <p:cNvCxnSpPr>
            <a:endCxn id="58" idx="6"/>
          </p:cNvCxnSpPr>
          <p:nvPr/>
        </p:nvCxnSpPr>
        <p:spPr>
          <a:xfrm flipH="1">
            <a:off x="4070464" y="2980253"/>
            <a:ext cx="726694" cy="668182"/>
          </a:xfrm>
          <a:prstGeom prst="lin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2625491" y="2115921"/>
            <a:ext cx="1002680" cy="135539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80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1" grpId="0" animBg="1"/>
      <p:bldP spid="55" grpId="0" animBg="1"/>
      <p:bldP spid="56" grpId="0" animBg="1"/>
      <p:bldP spid="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算法效率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整个算法我们需要两个步骤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排序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判断当前选择的边的两个顶点是否已经标记（两个顶点是否已经连通）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如何去优化时间复杂度</a:t>
            </a:r>
            <a:endParaRPr lang="en-US" altLang="zh-CN" dirty="0" smtClean="0"/>
          </a:p>
          <a:p>
            <a:r>
              <a:rPr lang="zh-CN" altLang="en-US" dirty="0" smtClean="0"/>
              <a:t>排序，使用其他效率很高的排序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(</a:t>
            </a:r>
            <a:r>
              <a:rPr lang="zh-CN" altLang="en-US" dirty="0" smtClean="0"/>
              <a:t>快速排序</a:t>
            </a:r>
            <a:r>
              <a:rPr lang="en-US" altLang="zh-CN" dirty="0" smtClean="0"/>
              <a:t>)(O(</a:t>
            </a:r>
            <a:r>
              <a:rPr lang="en-US" altLang="zh-CN" dirty="0" err="1" smtClean="0"/>
              <a:t>mlog</a:t>
            </a:r>
            <a:r>
              <a:rPr lang="en-US" altLang="zh-CN" dirty="0" smtClean="0"/>
              <a:t> n))</a:t>
            </a:r>
            <a:endParaRPr lang="en-US" altLang="zh-CN" dirty="0" smtClean="0"/>
          </a:p>
          <a:p>
            <a:r>
              <a:rPr lang="zh-CN" altLang="en-US" dirty="0" smtClean="0"/>
              <a:t>判断两个顶点是否已连通，使用并查</a:t>
            </a:r>
            <a:r>
              <a:rPr lang="zh-CN" altLang="en-US" dirty="0" smtClean="0"/>
              <a:t>集</a:t>
            </a:r>
            <a:r>
              <a:rPr lang="en-US" altLang="zh-CN" dirty="0" smtClean="0"/>
              <a:t>(O(</a:t>
            </a:r>
            <a:r>
              <a:rPr lang="en-US" altLang="zh-CN" dirty="0" err="1" smtClean="0"/>
              <a:t>mlog</a:t>
            </a:r>
            <a:r>
              <a:rPr lang="en-US" altLang="zh-CN" dirty="0" smtClean="0"/>
              <a:t> m))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001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000120140530A99PPBG">
  <a:themeElements>
    <a:clrScheme name="自定义 1">
      <a:dk1>
        <a:srgbClr val="4B4D4F"/>
      </a:dk1>
      <a:lt1>
        <a:srgbClr val="FFFFFF"/>
      </a:lt1>
      <a:dk2>
        <a:srgbClr val="3D3F41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FCCF86"/>
      </a:accent5>
      <a:accent6>
        <a:srgbClr val="AA5ED4"/>
      </a:accent6>
      <a:hlink>
        <a:srgbClr val="00B0F0"/>
      </a:hlink>
      <a:folHlink>
        <a:srgbClr val="AFB2B4"/>
      </a:folHlink>
    </a:clrScheme>
    <a:fontScheme name="自定义 4">
      <a:majorFont>
        <a:latin typeface="Times New Roman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A000120140627A35KPBG</Template>
  <TotalTime>194</TotalTime>
  <Words>250</Words>
  <Application>Microsoft Office PowerPoint</Application>
  <PresentationFormat>宽屏</PresentationFormat>
  <Paragraphs>40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微软雅黑</vt:lpstr>
      <vt:lpstr>幼圆</vt:lpstr>
      <vt:lpstr>Arial</vt:lpstr>
      <vt:lpstr>Arial Black</vt:lpstr>
      <vt:lpstr>Calibri</vt:lpstr>
      <vt:lpstr>Times New Roman</vt:lpstr>
      <vt:lpstr>Wingdings 2</vt:lpstr>
      <vt:lpstr>A000120140530A99PPBG</vt:lpstr>
      <vt:lpstr>Kruskal algorithms</vt:lpstr>
      <vt:lpstr>核心</vt:lpstr>
      <vt:lpstr>PowerPoint 演示文稿</vt:lpstr>
      <vt:lpstr>算法效率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 algorithms</dc:title>
  <dc:creator>Tortoise -</dc:creator>
  <cp:lastModifiedBy>Tortoise -</cp:lastModifiedBy>
  <cp:revision>7</cp:revision>
  <dcterms:created xsi:type="dcterms:W3CDTF">2018-08-29T03:04:42Z</dcterms:created>
  <dcterms:modified xsi:type="dcterms:W3CDTF">2018-08-29T15:02:19Z</dcterms:modified>
</cp:coreProperties>
</file>